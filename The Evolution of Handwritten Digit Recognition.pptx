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0" r:id="rId3"/>
    <p:sldId id="261" r:id="rId4"/>
    <p:sldId id="262" r:id="rId5"/>
    <p:sldId id="265" r:id="rId6"/>
    <p:sldId id="266" r:id="rId7"/>
    <p:sldId id="267" r:id="rId8"/>
    <p:sldId id="268" r:id="rId9"/>
    <p:sldId id="270" r:id="rId10"/>
    <p:sldId id="269" r:id="rId11"/>
    <p:sldId id="271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9" y="29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r man" userId="5df8f941c66563e5" providerId="LiveId" clId="{D5483A8E-E20A-42B3-8710-4AD02E0C56EE}"/>
    <pc:docChg chg="undo custSel addSld delSld modSld sldOrd">
      <pc:chgData name="deer man" userId="5df8f941c66563e5" providerId="LiveId" clId="{D5483A8E-E20A-42B3-8710-4AD02E0C56EE}" dt="2026-10-13T00:29:19.434" v="1183" actId="20577"/>
      <pc:docMkLst>
        <pc:docMk/>
      </pc:docMkLst>
      <pc:sldChg chg="addSp delSp modSp new mod modTransition modClrScheme chgLayout">
        <pc:chgData name="deer man" userId="5df8f941c66563e5" providerId="LiveId" clId="{D5483A8E-E20A-42B3-8710-4AD02E0C56EE}" dt="2026-10-10T09:33:42.323" v="1171" actId="20577"/>
        <pc:sldMkLst>
          <pc:docMk/>
          <pc:sldMk cId="75609760" sldId="257"/>
        </pc:sldMkLst>
        <pc:spChg chg="add mod or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4" creationId="{9FA0C9CA-3108-2FEE-72C9-02122CD0097B}"/>
          </ac:spMkLst>
        </pc:spChg>
        <pc:spChg chg="add mod ord">
          <ac:chgData name="deer man" userId="5df8f941c66563e5" providerId="LiveId" clId="{D5483A8E-E20A-42B3-8710-4AD02E0C56EE}" dt="2026-10-10T09:33:42.323" v="1171" actId="20577"/>
          <ac:spMkLst>
            <pc:docMk/>
            <pc:sldMk cId="75609760" sldId="257"/>
            <ac:spMk id="5" creationId="{21A53D15-4DA0-960C-3830-64375AC7C854}"/>
          </ac:spMkLst>
        </pc:spChg>
        <pc:spChg chg="add mod ord">
          <ac:chgData name="deer man" userId="5df8f941c66563e5" providerId="LiveId" clId="{D5483A8E-E20A-42B3-8710-4AD02E0C56EE}" dt="2026-10-09T16:32:46.069" v="213" actId="166"/>
          <ac:spMkLst>
            <pc:docMk/>
            <pc:sldMk cId="75609760" sldId="257"/>
            <ac:spMk id="6" creationId="{D76E0AB2-A100-DF53-38F7-BC1462D3CFB6}"/>
          </ac:spMkLst>
        </pc:spChg>
        <pc:spChg chg="add mod ord">
          <ac:chgData name="deer man" userId="5df8f941c66563e5" providerId="LiveId" clId="{D5483A8E-E20A-42B3-8710-4AD02E0C56EE}" dt="2026-10-09T16:38:28.551" v="262" actId="166"/>
          <ac:spMkLst>
            <pc:docMk/>
            <pc:sldMk cId="75609760" sldId="257"/>
            <ac:spMk id="8" creationId="{7DC41374-D614-FECA-6C5F-20F23F7B0948}"/>
          </ac:spMkLst>
        </pc:spChg>
        <pc:spChg chg="add mo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9" creationId="{40B48C18-357D-BDC1-7A9D-9F7C41689C8D}"/>
          </ac:spMkLst>
        </pc:spChg>
        <pc:spChg chg="add mod">
          <ac:chgData name="deer man" userId="5df8f941c66563e5" providerId="LiveId" clId="{D5483A8E-E20A-42B3-8710-4AD02E0C56EE}" dt="2026-10-09T17:02:49.019" v="354" actId="1076"/>
          <ac:spMkLst>
            <pc:docMk/>
            <pc:sldMk cId="75609760" sldId="257"/>
            <ac:spMk id="14" creationId="{7591E71D-2A15-2ECB-9CF0-6BB239392B67}"/>
          </ac:spMkLst>
        </pc:spChg>
      </pc:sldChg>
      <pc:sldChg chg="addSp delSp modSp add mod ord">
        <pc:chgData name="deer man" userId="5df8f941c66563e5" providerId="LiveId" clId="{D5483A8E-E20A-42B3-8710-4AD02E0C56EE}" dt="2026-10-09T19:31:16.637" v="1132" actId="1076"/>
        <pc:sldMkLst>
          <pc:docMk/>
          <pc:sldMk cId="787897493" sldId="260"/>
        </pc:sldMkLst>
        <pc:spChg chg="mod">
          <ac:chgData name="deer man" userId="5df8f941c66563e5" providerId="LiveId" clId="{D5483A8E-E20A-42B3-8710-4AD02E0C56EE}" dt="2026-10-09T17:02:04.497" v="350" actId="14100"/>
          <ac:spMkLst>
            <pc:docMk/>
            <pc:sldMk cId="787897493" sldId="260"/>
            <ac:spMk id="4" creationId="{1785AE3B-6DAA-6D67-54B6-A2CB16963413}"/>
          </ac:spMkLst>
        </pc:spChg>
        <pc:spChg chg="mod">
          <ac:chgData name="deer man" userId="5df8f941c66563e5" providerId="LiveId" clId="{D5483A8E-E20A-42B3-8710-4AD02E0C56EE}" dt="2026-10-09T19:31:16.637" v="1132" actId="1076"/>
          <ac:spMkLst>
            <pc:docMk/>
            <pc:sldMk cId="787897493" sldId="260"/>
            <ac:spMk id="8" creationId="{0AC45FEF-1845-5188-DDB2-8699326640C2}"/>
          </ac:spMkLst>
        </pc:spChg>
        <pc:spChg chg="mod">
          <ac:chgData name="deer man" userId="5df8f941c66563e5" providerId="LiveId" clId="{D5483A8E-E20A-42B3-8710-4AD02E0C56EE}" dt="2026-10-09T16:47:35.317" v="285" actId="17032"/>
          <ac:spMkLst>
            <pc:docMk/>
            <pc:sldMk cId="787897493" sldId="260"/>
            <ac:spMk id="9" creationId="{B7C7774B-9CB6-6E00-7A0F-8B825DBDB62F}"/>
          </ac:spMkLst>
        </pc:spChg>
        <pc:spChg chg="mod">
          <ac:chgData name="deer man" userId="5df8f941c66563e5" providerId="LiveId" clId="{D5483A8E-E20A-42B3-8710-4AD02E0C56EE}" dt="2026-10-09T16:47:35.317" v="285" actId="17032"/>
          <ac:spMkLst>
            <pc:docMk/>
            <pc:sldMk cId="787897493" sldId="260"/>
            <ac:spMk id="14" creationId="{DBDDF10B-DA34-0461-0D03-AB532CEC9436}"/>
          </ac:spMkLst>
        </pc:spChg>
        <pc:picChg chg="add mod">
          <ac:chgData name="deer man" userId="5df8f941c66563e5" providerId="LiveId" clId="{D5483A8E-E20A-42B3-8710-4AD02E0C56EE}" dt="2026-10-09T17:09:30.606" v="378" actId="14100"/>
          <ac:picMkLst>
            <pc:docMk/>
            <pc:sldMk cId="787897493" sldId="260"/>
            <ac:picMk id="7" creationId="{E998FB69-8C27-53B3-1585-F9B7D03E60E9}"/>
          </ac:picMkLst>
        </pc:picChg>
      </pc:sldChg>
      <pc:sldChg chg="addSp delSp modSp add mod">
        <pc:chgData name="deer man" userId="5df8f941c66563e5" providerId="LiveId" clId="{D5483A8E-E20A-42B3-8710-4AD02E0C56EE}" dt="2026-10-09T18:08:25.719" v="557" actId="1076"/>
        <pc:sldMkLst>
          <pc:docMk/>
          <pc:sldMk cId="1409235358" sldId="261"/>
        </pc:sldMkLst>
        <pc:spChg chg="mod">
          <ac:chgData name="deer man" userId="5df8f941c66563e5" providerId="LiveId" clId="{D5483A8E-E20A-42B3-8710-4AD02E0C56EE}" dt="2026-10-09T17:02:11.069" v="351" actId="403"/>
          <ac:spMkLst>
            <pc:docMk/>
            <pc:sldMk cId="1409235358" sldId="261"/>
            <ac:spMk id="4" creationId="{8BB9345A-AA4A-0F97-55A2-66896CBD248B}"/>
          </ac:spMkLst>
        </pc:spChg>
        <pc:spChg chg="mod">
          <ac:chgData name="deer man" userId="5df8f941c66563e5" providerId="LiveId" clId="{D5483A8E-E20A-42B3-8710-4AD02E0C56EE}" dt="2026-10-09T17:01:44.704" v="346" actId="13926"/>
          <ac:spMkLst>
            <pc:docMk/>
            <pc:sldMk cId="1409235358" sldId="261"/>
            <ac:spMk id="5" creationId="{1162962A-30EC-FD36-943B-A739646F4550}"/>
          </ac:spMkLst>
        </pc:spChg>
        <pc:spChg chg="mod ord">
          <ac:chgData name="deer man" userId="5df8f941c66563e5" providerId="LiveId" clId="{D5483A8E-E20A-42B3-8710-4AD02E0C56EE}" dt="2026-10-09T17:07:20.230" v="372" actId="14100"/>
          <ac:spMkLst>
            <pc:docMk/>
            <pc:sldMk cId="1409235358" sldId="261"/>
            <ac:spMk id="6" creationId="{07DF00B9-D88F-EBBF-5616-E29DF2DF0483}"/>
          </ac:spMkLst>
        </pc:spChg>
        <pc:spChg chg="mod">
          <ac:chgData name="deer man" userId="5df8f941c66563e5" providerId="LiveId" clId="{D5483A8E-E20A-42B3-8710-4AD02E0C56EE}" dt="2026-10-09T16:50:16.264" v="305" actId="1076"/>
          <ac:spMkLst>
            <pc:docMk/>
            <pc:sldMk cId="1409235358" sldId="261"/>
            <ac:spMk id="8" creationId="{7C2B376E-BDEA-5913-BAD3-47DCBA8B2BC4}"/>
          </ac:spMkLst>
        </pc:spChg>
        <pc:spChg chg="mod ord">
          <ac:chgData name="deer man" userId="5df8f941c66563e5" providerId="LiveId" clId="{D5483A8E-E20A-42B3-8710-4AD02E0C56EE}" dt="2026-10-09T16:50:10.155" v="304" actId="13822"/>
          <ac:spMkLst>
            <pc:docMk/>
            <pc:sldMk cId="1409235358" sldId="261"/>
            <ac:spMk id="9" creationId="{24F7D801-400A-D2AE-40C0-9F619577FB7D}"/>
          </ac:spMkLst>
        </pc:spChg>
        <pc:spChg chg="mod ord">
          <ac:chgData name="deer man" userId="5df8f941c66563e5" providerId="LiveId" clId="{D5483A8E-E20A-42B3-8710-4AD02E0C56EE}" dt="2026-10-09T16:55:23.980" v="325"/>
          <ac:spMkLst>
            <pc:docMk/>
            <pc:sldMk cId="1409235358" sldId="261"/>
            <ac:spMk id="14" creationId="{7096BDC8-58BA-E55A-278C-56CF72651062}"/>
          </ac:spMkLst>
        </pc:spChg>
        <pc:picChg chg="add mod modCrop">
          <ac:chgData name="deer man" userId="5df8f941c66563e5" providerId="LiveId" clId="{D5483A8E-E20A-42B3-8710-4AD02E0C56EE}" dt="2026-10-09T17:09:40.448" v="379" actId="14100"/>
          <ac:picMkLst>
            <pc:docMk/>
            <pc:sldMk cId="1409235358" sldId="261"/>
            <ac:picMk id="15" creationId="{FF5EA49F-0C60-74C0-12A2-BE260A29DC1A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17" creationId="{4B7C7A4A-3752-1E3E-B3DB-A9A5F6912E3B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19" creationId="{EE027F7F-F087-BEE8-65C7-E2008259FB92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1" creationId="{4F492674-DC1C-E65B-950F-A0EC7140E53C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3" creationId="{9117724F-1044-35BA-7870-50B31639FEE4}"/>
          </ac:picMkLst>
        </pc:picChg>
        <pc:picChg chg="add mod">
          <ac:chgData name="deer man" userId="5df8f941c66563e5" providerId="LiveId" clId="{D5483A8E-E20A-42B3-8710-4AD02E0C56EE}" dt="2026-10-09T18:08:25.719" v="557" actId="1076"/>
          <ac:picMkLst>
            <pc:docMk/>
            <pc:sldMk cId="1409235358" sldId="261"/>
            <ac:picMk id="25" creationId="{E340601E-B5E3-CDAC-45F1-1A8EA69FAF24}"/>
          </ac:picMkLst>
        </pc:picChg>
      </pc:sldChg>
      <pc:sldChg chg="addSp delSp modSp new mod modTransition">
        <pc:chgData name="deer man" userId="5df8f941c66563e5" providerId="LiveId" clId="{D5483A8E-E20A-42B3-8710-4AD02E0C56EE}" dt="2026-10-09T18:12:21.419" v="593" actId="478"/>
        <pc:sldMkLst>
          <pc:docMk/>
          <pc:sldMk cId="2145549953" sldId="262"/>
        </pc:sldMkLst>
        <pc:spChg chg="add mod">
          <ac:chgData name="deer man" userId="5df8f941c66563e5" providerId="LiveId" clId="{D5483A8E-E20A-42B3-8710-4AD02E0C56EE}" dt="2026-10-09T17:35:17.255" v="433" actId="1076"/>
          <ac:spMkLst>
            <pc:docMk/>
            <pc:sldMk cId="2145549953" sldId="262"/>
            <ac:spMk id="7" creationId="{8A7FBE74-60F6-A4CE-5AE6-9E9FAB9AA3B1}"/>
          </ac:spMkLst>
        </pc:spChg>
        <pc:picChg chg="add mod">
          <ac:chgData name="deer man" userId="5df8f941c66563e5" providerId="LiveId" clId="{D5483A8E-E20A-42B3-8710-4AD02E0C56EE}" dt="2026-10-09T17:53:31.275" v="509" actId="14100"/>
          <ac:picMkLst>
            <pc:docMk/>
            <pc:sldMk cId="2145549953" sldId="262"/>
            <ac:picMk id="9" creationId="{D83597CD-55DB-1A93-48FA-F4DCC749421C}"/>
          </ac:picMkLst>
        </pc:picChg>
        <pc:picChg chg="add mod">
          <ac:chgData name="deer man" userId="5df8f941c66563e5" providerId="LiveId" clId="{D5483A8E-E20A-42B3-8710-4AD02E0C56EE}" dt="2026-10-09T18:03:56.479" v="521" actId="1076"/>
          <ac:picMkLst>
            <pc:docMk/>
            <pc:sldMk cId="2145549953" sldId="262"/>
            <ac:picMk id="11" creationId="{1E9962C7-2898-0BAA-AFFC-0C6FC58641AD}"/>
          </ac:picMkLst>
        </pc:picChg>
        <pc:picChg chg="add mod">
          <ac:chgData name="deer man" userId="5df8f941c66563e5" providerId="LiveId" clId="{D5483A8E-E20A-42B3-8710-4AD02E0C56EE}" dt="2026-10-09T18:03:59.173" v="522" actId="1076"/>
          <ac:picMkLst>
            <pc:docMk/>
            <pc:sldMk cId="2145549953" sldId="262"/>
            <ac:picMk id="13" creationId="{ACF536EE-50FF-7D42-C3D9-391329011768}"/>
          </ac:picMkLst>
        </pc:picChg>
        <pc:picChg chg="add mod">
          <ac:chgData name="deer man" userId="5df8f941c66563e5" providerId="LiveId" clId="{D5483A8E-E20A-42B3-8710-4AD02E0C56EE}" dt="2026-10-09T18:04:45.358" v="526" actId="208"/>
          <ac:picMkLst>
            <pc:docMk/>
            <pc:sldMk cId="2145549953" sldId="262"/>
            <ac:picMk id="17" creationId="{AAFBDC52-A4CA-9D0C-AA96-2E6AB3B65054}"/>
          </ac:picMkLst>
        </pc:picChg>
        <pc:picChg chg="add mod">
          <ac:chgData name="deer man" userId="5df8f941c66563e5" providerId="LiveId" clId="{D5483A8E-E20A-42B3-8710-4AD02E0C56EE}" dt="2026-10-09T18:03:42.889" v="519" actId="1076"/>
          <ac:picMkLst>
            <pc:docMk/>
            <pc:sldMk cId="2145549953" sldId="262"/>
            <ac:picMk id="19" creationId="{FC466F5D-B2E6-BCF3-7649-0A01925224C6}"/>
          </ac:picMkLst>
        </pc:picChg>
      </pc:sldChg>
      <pc:sldChg chg="addSp delSp modSp add mod modTransition modAnim">
        <pc:chgData name="deer man" userId="5df8f941c66563e5" providerId="LiveId" clId="{D5483A8E-E20A-42B3-8710-4AD02E0C56EE}" dt="2026-10-10T09:07:40.287" v="1147" actId="14100"/>
        <pc:sldMkLst>
          <pc:docMk/>
          <pc:sldMk cId="2653020406" sldId="265"/>
        </pc:sldMkLst>
        <pc:spChg chg="add mod">
          <ac:chgData name="deer man" userId="5df8f941c66563e5" providerId="LiveId" clId="{D5483A8E-E20A-42B3-8710-4AD02E0C56EE}" dt="2026-10-09T18:40:53.364" v="740" actId="14100"/>
          <ac:spMkLst>
            <pc:docMk/>
            <pc:sldMk cId="2653020406" sldId="265"/>
            <ac:spMk id="6" creationId="{E01B062C-3F9B-2B11-F672-9D5F577A78EC}"/>
          </ac:spMkLst>
        </pc:spChg>
        <pc:spChg chg="mod">
          <ac:chgData name="deer man" userId="5df8f941c66563e5" providerId="LiveId" clId="{D5483A8E-E20A-42B3-8710-4AD02E0C56EE}" dt="2026-10-09T18:36:00.908" v="715" actId="14100"/>
          <ac:spMkLst>
            <pc:docMk/>
            <pc:sldMk cId="2653020406" sldId="265"/>
            <ac:spMk id="7" creationId="{00E13915-BE34-AB31-A7D9-7365A31866F3}"/>
          </ac:spMkLst>
        </pc:spChg>
        <pc:spChg chg="add mod">
          <ac:chgData name="deer man" userId="5df8f941c66563e5" providerId="LiveId" clId="{D5483A8E-E20A-42B3-8710-4AD02E0C56EE}" dt="2026-10-10T09:07:40.287" v="1147" actId="14100"/>
          <ac:spMkLst>
            <pc:docMk/>
            <pc:sldMk cId="2653020406" sldId="265"/>
            <ac:spMk id="8" creationId="{9EA10B6C-99CA-CE85-E9DA-CB2ADA54F9A5}"/>
          </ac:spMkLst>
        </pc:spChg>
        <pc:picChg chg="add mod">
          <ac:chgData name="deer man" userId="5df8f941c66563e5" providerId="LiveId" clId="{D5483A8E-E20A-42B3-8710-4AD02E0C56EE}" dt="2026-10-10T09:05:20.408" v="1137" actId="14100"/>
          <ac:picMkLst>
            <pc:docMk/>
            <pc:sldMk cId="2653020406" sldId="265"/>
            <ac:picMk id="3" creationId="{1C497FD0-25CB-2B4F-4157-1DB345737BE5}"/>
          </ac:picMkLst>
        </pc:picChg>
        <pc:picChg chg="mod">
          <ac:chgData name="deer man" userId="5df8f941c66563e5" providerId="LiveId" clId="{D5483A8E-E20A-42B3-8710-4AD02E0C56EE}" dt="2026-10-09T18:20:14.827" v="648" actId="14100"/>
          <ac:picMkLst>
            <pc:docMk/>
            <pc:sldMk cId="2653020406" sldId="265"/>
            <ac:picMk id="9" creationId="{617C9FF3-CEBA-68C5-4BB5-91ECD1E8E7E2}"/>
          </ac:picMkLst>
        </pc:picChg>
        <pc:picChg chg="mod">
          <ac:chgData name="deer man" userId="5df8f941c66563e5" providerId="LiveId" clId="{D5483A8E-E20A-42B3-8710-4AD02E0C56EE}" dt="2026-10-09T18:11:57.285" v="591" actId="1076"/>
          <ac:picMkLst>
            <pc:docMk/>
            <pc:sldMk cId="2653020406" sldId="265"/>
            <ac:picMk id="11" creationId="{CF8A8DFC-21BA-DAAA-C55F-0F781D43005C}"/>
          </ac:picMkLst>
        </pc:picChg>
        <pc:picChg chg="mod">
          <ac:chgData name="deer man" userId="5df8f941c66563e5" providerId="LiveId" clId="{D5483A8E-E20A-42B3-8710-4AD02E0C56EE}" dt="2026-10-09T18:11:53.782" v="590" actId="1076"/>
          <ac:picMkLst>
            <pc:docMk/>
            <pc:sldMk cId="2653020406" sldId="265"/>
            <ac:picMk id="13" creationId="{7D508039-F82F-F353-0DB5-0A5CDEDF9723}"/>
          </ac:picMkLst>
        </pc:picChg>
        <pc:picChg chg="mod">
          <ac:chgData name="deer man" userId="5df8f941c66563e5" providerId="LiveId" clId="{D5483A8E-E20A-42B3-8710-4AD02E0C56EE}" dt="2026-10-09T18:11:47.533" v="588" actId="1076"/>
          <ac:picMkLst>
            <pc:docMk/>
            <pc:sldMk cId="2653020406" sldId="265"/>
            <ac:picMk id="17" creationId="{E51EAC41-F065-E446-439E-8CF78B28EBF8}"/>
          </ac:picMkLst>
        </pc:picChg>
        <pc:picChg chg="mod">
          <ac:chgData name="deer man" userId="5df8f941c66563e5" providerId="LiveId" clId="{D5483A8E-E20A-42B3-8710-4AD02E0C56EE}" dt="2026-10-09T18:11:50.100" v="589" actId="1076"/>
          <ac:picMkLst>
            <pc:docMk/>
            <pc:sldMk cId="2653020406" sldId="265"/>
            <ac:picMk id="19" creationId="{23610DA9-0AF4-521A-EFA4-42D1105D3DC1}"/>
          </ac:picMkLst>
        </pc:picChg>
      </pc:sldChg>
      <pc:sldChg chg="addSp delSp modSp add mod">
        <pc:chgData name="deer man" userId="5df8f941c66563e5" providerId="LiveId" clId="{D5483A8E-E20A-42B3-8710-4AD02E0C56EE}" dt="2026-10-10T09:07:48.989" v="1148" actId="22"/>
        <pc:sldMkLst>
          <pc:docMk/>
          <pc:sldMk cId="2857129009" sldId="266"/>
        </pc:sldMkLst>
        <pc:spChg chg="mod">
          <ac:chgData name="deer man" userId="5df8f941c66563e5" providerId="LiveId" clId="{D5483A8E-E20A-42B3-8710-4AD02E0C56EE}" dt="2026-10-09T18:41:03.390" v="743" actId="14100"/>
          <ac:spMkLst>
            <pc:docMk/>
            <pc:sldMk cId="2857129009" sldId="266"/>
            <ac:spMk id="6" creationId="{445DB7E9-9747-A19E-6014-F3C9AFB3F618}"/>
          </ac:spMkLst>
        </pc:spChg>
        <pc:spChg chg="mod">
          <ac:chgData name="deer man" userId="5df8f941c66563e5" providerId="LiveId" clId="{D5483A8E-E20A-42B3-8710-4AD02E0C56EE}" dt="2026-10-09T18:36:08.172" v="716" actId="14100"/>
          <ac:spMkLst>
            <pc:docMk/>
            <pc:sldMk cId="2857129009" sldId="266"/>
            <ac:spMk id="7" creationId="{175506C4-00BC-7687-FFF3-FBDD465649A2}"/>
          </ac:spMkLst>
        </pc:spChg>
        <pc:spChg chg="add">
          <ac:chgData name="deer man" userId="5df8f941c66563e5" providerId="LiveId" clId="{D5483A8E-E20A-42B3-8710-4AD02E0C56EE}" dt="2026-10-10T09:07:48.989" v="1148" actId="22"/>
          <ac:spMkLst>
            <pc:docMk/>
            <pc:sldMk cId="2857129009" sldId="266"/>
            <ac:spMk id="10" creationId="{3491E4ED-FA72-A829-DB1B-39665636463D}"/>
          </ac:spMkLst>
        </pc:spChg>
        <pc:picChg chg="add">
          <ac:chgData name="deer man" userId="5df8f941c66563e5" providerId="LiveId" clId="{D5483A8E-E20A-42B3-8710-4AD02E0C56EE}" dt="2026-10-10T09:05:29.896" v="1138" actId="22"/>
          <ac:picMkLst>
            <pc:docMk/>
            <pc:sldMk cId="2857129009" sldId="266"/>
            <ac:picMk id="3" creationId="{4E4C53B4-7E3E-8D31-0538-AF48576968FE}"/>
          </ac:picMkLst>
        </pc:picChg>
        <pc:picChg chg="mod">
          <ac:chgData name="deer man" userId="5df8f941c66563e5" providerId="LiveId" clId="{D5483A8E-E20A-42B3-8710-4AD02E0C56EE}" dt="2026-10-09T18:16:32.840" v="618" actId="1076"/>
          <ac:picMkLst>
            <pc:docMk/>
            <pc:sldMk cId="2857129009" sldId="266"/>
            <ac:picMk id="9" creationId="{FEB0AD52-FCED-C278-F882-D5964F2CF628}"/>
          </ac:picMkLst>
        </pc:picChg>
        <pc:picChg chg="mod">
          <ac:chgData name="deer man" userId="5df8f941c66563e5" providerId="LiveId" clId="{D5483A8E-E20A-42B3-8710-4AD02E0C56EE}" dt="2026-10-09T18:51:55.433" v="768" actId="14100"/>
          <ac:picMkLst>
            <pc:docMk/>
            <pc:sldMk cId="2857129009" sldId="266"/>
            <ac:picMk id="11" creationId="{3CA22B8B-1D03-F501-2E87-E518DDC24E07}"/>
          </ac:picMkLst>
        </pc:picChg>
      </pc:sldChg>
      <pc:sldChg chg="addSp modSp add mod modAnim">
        <pc:chgData name="deer man" userId="5df8f941c66563e5" providerId="LiveId" clId="{D5483A8E-E20A-42B3-8710-4AD02E0C56EE}" dt="2026-10-10T09:11:44.055" v="1159"/>
        <pc:sldMkLst>
          <pc:docMk/>
          <pc:sldMk cId="3436127642" sldId="267"/>
        </pc:sldMkLst>
        <pc:spChg chg="add mod">
          <ac:chgData name="deer man" userId="5df8f941c66563e5" providerId="LiveId" clId="{D5483A8E-E20A-42B3-8710-4AD02E0C56EE}" dt="2026-10-10T09:08:54.811" v="1153" actId="339"/>
          <ac:spMkLst>
            <pc:docMk/>
            <pc:sldMk cId="3436127642" sldId="267"/>
            <ac:spMk id="4" creationId="{35AAFE3D-EA7D-936A-9716-5E5C1F391AC9}"/>
          </ac:spMkLst>
        </pc:spChg>
        <pc:spChg chg="mod">
          <ac:chgData name="deer man" userId="5df8f941c66563e5" providerId="LiveId" clId="{D5483A8E-E20A-42B3-8710-4AD02E0C56EE}" dt="2026-10-09T18:41:11.364" v="745" actId="14100"/>
          <ac:spMkLst>
            <pc:docMk/>
            <pc:sldMk cId="3436127642" sldId="267"/>
            <ac:spMk id="6" creationId="{79CF4D91-5623-356F-8A38-B58584D1AE6C}"/>
          </ac:spMkLst>
        </pc:spChg>
        <pc:spChg chg="mod">
          <ac:chgData name="deer man" userId="5df8f941c66563e5" providerId="LiveId" clId="{D5483A8E-E20A-42B3-8710-4AD02E0C56EE}" dt="2026-10-09T19:28:44.895" v="1098" actId="20577"/>
          <ac:spMkLst>
            <pc:docMk/>
            <pc:sldMk cId="3436127642" sldId="267"/>
            <ac:spMk id="7" creationId="{186D8F37-CB66-3338-865F-CB724ED7B555}"/>
          </ac:spMkLst>
        </pc:spChg>
        <pc:spChg chg="add">
          <ac:chgData name="deer man" userId="5df8f941c66563e5" providerId="LiveId" clId="{D5483A8E-E20A-42B3-8710-4AD02E0C56EE}" dt="2026-10-10T09:07:56.561" v="1149" actId="22"/>
          <ac:spMkLst>
            <pc:docMk/>
            <pc:sldMk cId="3436127642" sldId="267"/>
            <ac:spMk id="8" creationId="{CD703FEE-D178-D471-E007-F2D3EE22FD66}"/>
          </ac:spMkLst>
        </pc:spChg>
        <pc:picChg chg="add">
          <ac:chgData name="deer man" userId="5df8f941c66563e5" providerId="LiveId" clId="{D5483A8E-E20A-42B3-8710-4AD02E0C56EE}" dt="2026-10-10T09:05:32.969" v="1139" actId="22"/>
          <ac:picMkLst>
            <pc:docMk/>
            <pc:sldMk cId="3436127642" sldId="267"/>
            <ac:picMk id="3" creationId="{EFBCA25A-3B22-5E6D-6070-2DFD33CED2DB}"/>
          </ac:picMkLst>
        </pc:picChg>
        <pc:picChg chg="mod">
          <ac:chgData name="deer man" userId="5df8f941c66563e5" providerId="LiveId" clId="{D5483A8E-E20A-42B3-8710-4AD02E0C56EE}" dt="2026-10-09T18:17:30.229" v="627" actId="14100"/>
          <ac:picMkLst>
            <pc:docMk/>
            <pc:sldMk cId="3436127642" sldId="267"/>
            <ac:picMk id="13" creationId="{747E32D6-EB66-8B8C-B3E0-800A0D8203AC}"/>
          </ac:picMkLst>
        </pc:picChg>
      </pc:sldChg>
      <pc:sldChg chg="modSp add mod">
        <pc:chgData name="deer man" userId="5df8f941c66563e5" providerId="LiveId" clId="{D5483A8E-E20A-42B3-8710-4AD02E0C56EE}" dt="2026-10-13T00:29:19.434" v="1183" actId="20577"/>
        <pc:sldMkLst>
          <pc:docMk/>
          <pc:sldMk cId="3046831567" sldId="268"/>
        </pc:sldMkLst>
        <pc:spChg chg="mod">
          <ac:chgData name="deer man" userId="5df8f941c66563e5" providerId="LiveId" clId="{D5483A8E-E20A-42B3-8710-4AD02E0C56EE}" dt="2026-10-13T00:29:19.434" v="1183" actId="20577"/>
          <ac:spMkLst>
            <pc:docMk/>
            <pc:sldMk cId="3046831567" sldId="268"/>
            <ac:spMk id="6" creationId="{7FFECA6F-F525-35BB-E0D1-83B8B33E6DCD}"/>
          </ac:spMkLst>
        </pc:spChg>
        <pc:spChg chg="mod">
          <ac:chgData name="deer man" userId="5df8f941c66563e5" providerId="LiveId" clId="{D5483A8E-E20A-42B3-8710-4AD02E0C56EE}" dt="2026-10-13T00:29:01.722" v="1181" actId="1076"/>
          <ac:spMkLst>
            <pc:docMk/>
            <pc:sldMk cId="3046831567" sldId="268"/>
            <ac:spMk id="7" creationId="{663DF033-56C2-AD6E-A3FA-EC24DAC0BDB7}"/>
          </ac:spMkLst>
        </pc:spChg>
        <pc:picChg chg="mod">
          <ac:chgData name="deer man" userId="5df8f941c66563e5" providerId="LiveId" clId="{D5483A8E-E20A-42B3-8710-4AD02E0C56EE}" dt="2026-10-09T18:18:52.174" v="640" actId="14100"/>
          <ac:picMkLst>
            <pc:docMk/>
            <pc:sldMk cId="3046831567" sldId="268"/>
            <ac:picMk id="17" creationId="{2F7CA692-33A5-20D2-DEA1-98CE0F67C4BD}"/>
          </ac:picMkLst>
        </pc:picChg>
        <pc:picChg chg="mod">
          <ac:chgData name="deer man" userId="5df8f941c66563e5" providerId="LiveId" clId="{D5483A8E-E20A-42B3-8710-4AD02E0C56EE}" dt="2026-10-09T18:18:03.065" v="632" actId="1076"/>
          <ac:picMkLst>
            <pc:docMk/>
            <pc:sldMk cId="3046831567" sldId="268"/>
            <ac:picMk id="19" creationId="{1FD45AC6-A413-5EAE-9FED-6ECC820664BB}"/>
          </ac:picMkLst>
        </pc:picChg>
      </pc:sldChg>
      <pc:sldChg chg="addSp modSp add mod">
        <pc:chgData name="deer man" userId="5df8f941c66563e5" providerId="LiveId" clId="{D5483A8E-E20A-42B3-8710-4AD02E0C56EE}" dt="2026-10-09T19:15:06.184" v="971" actId="1076"/>
        <pc:sldMkLst>
          <pc:docMk/>
          <pc:sldMk cId="597855250" sldId="269"/>
        </pc:sldMkLst>
        <pc:spChg chg="mod">
          <ac:chgData name="deer man" userId="5df8f941c66563e5" providerId="LiveId" clId="{D5483A8E-E20A-42B3-8710-4AD02E0C56EE}" dt="2026-10-09T18:54:57.948" v="793" actId="404"/>
          <ac:spMkLst>
            <pc:docMk/>
            <pc:sldMk cId="597855250" sldId="269"/>
            <ac:spMk id="6" creationId="{BDF12860-B01F-308F-0D84-E2360BD07DE4}"/>
          </ac:spMkLst>
        </pc:spChg>
        <pc:spChg chg="mod">
          <ac:chgData name="deer man" userId="5df8f941c66563e5" providerId="LiveId" clId="{D5483A8E-E20A-42B3-8710-4AD02E0C56EE}" dt="2026-10-09T18:57:20.469" v="833" actId="113"/>
          <ac:spMkLst>
            <pc:docMk/>
            <pc:sldMk cId="597855250" sldId="269"/>
            <ac:spMk id="7" creationId="{35D567F7-9FD9-648B-A7B3-4D8FF10E2A0C}"/>
          </ac:spMkLst>
        </pc:spChg>
        <pc:picChg chg="add mod">
          <ac:chgData name="deer man" userId="5df8f941c66563e5" providerId="LiveId" clId="{D5483A8E-E20A-42B3-8710-4AD02E0C56EE}" dt="2026-10-09T19:15:06.184" v="971" actId="1076"/>
          <ac:picMkLst>
            <pc:docMk/>
            <pc:sldMk cId="597855250" sldId="269"/>
            <ac:picMk id="3" creationId="{9835594B-8FB2-BBC8-70BC-5EEA37B753F3}"/>
          </ac:picMkLst>
        </pc:picChg>
        <pc:picChg chg="mod">
          <ac:chgData name="deer man" userId="5df8f941c66563e5" providerId="LiveId" clId="{D5483A8E-E20A-42B3-8710-4AD02E0C56EE}" dt="2026-10-09T18:21:29.124" v="654" actId="14100"/>
          <ac:picMkLst>
            <pc:docMk/>
            <pc:sldMk cId="597855250" sldId="269"/>
            <ac:picMk id="19" creationId="{A00D3E37-FF62-288F-4A70-91254438E087}"/>
          </ac:picMkLst>
        </pc:picChg>
      </pc:sldChg>
      <pc:sldChg chg="modSp add mod">
        <pc:chgData name="deer man" userId="5df8f941c66563e5" providerId="LiveId" clId="{D5483A8E-E20A-42B3-8710-4AD02E0C56EE}" dt="2026-10-09T18:48:57.919" v="765" actId="27636"/>
        <pc:sldMkLst>
          <pc:docMk/>
          <pc:sldMk cId="2645376435" sldId="270"/>
        </pc:sldMkLst>
        <pc:spChg chg="mod">
          <ac:chgData name="deer man" userId="5df8f941c66563e5" providerId="LiveId" clId="{D5483A8E-E20A-42B3-8710-4AD02E0C56EE}" dt="2026-10-09T18:40:25.895" v="738" actId="403"/>
          <ac:spMkLst>
            <pc:docMk/>
            <pc:sldMk cId="2645376435" sldId="270"/>
            <ac:spMk id="6" creationId="{B6CE8470-A17C-4B4F-6E9C-37478FEE7919}"/>
          </ac:spMkLst>
        </pc:spChg>
        <pc:spChg chg="mod">
          <ac:chgData name="deer man" userId="5df8f941c66563e5" providerId="LiveId" clId="{D5483A8E-E20A-42B3-8710-4AD02E0C56EE}" dt="2026-10-09T18:48:57.919" v="765" actId="27636"/>
          <ac:spMkLst>
            <pc:docMk/>
            <pc:sldMk cId="2645376435" sldId="270"/>
            <ac:spMk id="7" creationId="{1453822D-E245-DE08-8C26-B243372EA63B}"/>
          </ac:spMkLst>
        </pc:spChg>
      </pc:sldChg>
      <pc:sldChg chg="addSp modSp add mod">
        <pc:chgData name="deer man" userId="5df8f941c66563e5" providerId="LiveId" clId="{D5483A8E-E20A-42B3-8710-4AD02E0C56EE}" dt="2026-10-09T19:25:20.376" v="1088" actId="207"/>
        <pc:sldMkLst>
          <pc:docMk/>
          <pc:sldMk cId="743382964" sldId="271"/>
        </pc:sldMkLst>
        <pc:spChg chg="mod">
          <ac:chgData name="deer man" userId="5df8f941c66563e5" providerId="LiveId" clId="{D5483A8E-E20A-42B3-8710-4AD02E0C56EE}" dt="2026-10-09T19:25:20.376" v="1088" actId="207"/>
          <ac:spMkLst>
            <pc:docMk/>
            <pc:sldMk cId="743382964" sldId="271"/>
            <ac:spMk id="6" creationId="{E8F08FCF-EC13-6039-60CC-A99C69A931D2}"/>
          </ac:spMkLst>
        </pc:spChg>
        <pc:spChg chg="mod">
          <ac:chgData name="deer man" userId="5df8f941c66563e5" providerId="LiveId" clId="{D5483A8E-E20A-42B3-8710-4AD02E0C56EE}" dt="2026-10-09T19:13:51.296" v="959" actId="27636"/>
          <ac:spMkLst>
            <pc:docMk/>
            <pc:sldMk cId="743382964" sldId="271"/>
            <ac:spMk id="7" creationId="{3DF26E35-011E-1702-503E-19CB9A6B5C50}"/>
          </ac:spMkLst>
        </pc:spChg>
        <pc:picChg chg="add mod">
          <ac:chgData name="deer man" userId="5df8f941c66563e5" providerId="LiveId" clId="{D5483A8E-E20A-42B3-8710-4AD02E0C56EE}" dt="2026-10-09T19:14:08.534" v="963" actId="1076"/>
          <ac:picMkLst>
            <pc:docMk/>
            <pc:sldMk cId="743382964" sldId="271"/>
            <ac:picMk id="3" creationId="{E8332F02-5E7D-5EE5-1C01-21859063BD05}"/>
          </ac:picMkLst>
        </pc:picChg>
        <pc:picChg chg="add mod">
          <ac:chgData name="deer man" userId="5df8f941c66563e5" providerId="LiveId" clId="{D5483A8E-E20A-42B3-8710-4AD02E0C56EE}" dt="2026-10-09T19:18:16.758" v="1001" actId="1076"/>
          <ac:picMkLst>
            <pc:docMk/>
            <pc:sldMk cId="743382964" sldId="271"/>
            <ac:picMk id="5" creationId="{521B9AE3-23C7-850E-561D-23C717062BC5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9" creationId="{DAA24B7C-7256-682A-37AD-E4A8EAB1A1FA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1" creationId="{BE041738-FE0B-C33F-D460-19E85A9A6768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3" creationId="{EB41A54B-84AA-9511-A8E2-2EE5EBA7E973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7" creationId="{1B322771-FFD9-895A-24DD-2BA5082557A2}"/>
          </ac:picMkLst>
        </pc:picChg>
        <pc:picChg chg="mod">
          <ac:chgData name="deer man" userId="5df8f941c66563e5" providerId="LiveId" clId="{D5483A8E-E20A-42B3-8710-4AD02E0C56EE}" dt="2026-10-09T18:58:52.958" v="835" actId="1076"/>
          <ac:picMkLst>
            <pc:docMk/>
            <pc:sldMk cId="743382964" sldId="271"/>
            <ac:picMk id="19" creationId="{291FE893-82A3-2009-B276-4E77D880A096}"/>
          </ac:picMkLst>
        </pc:picChg>
      </pc:sldChg>
      <pc:sldChg chg="addSp delSp modSp add mod">
        <pc:chgData name="deer man" userId="5df8f941c66563e5" providerId="LiveId" clId="{D5483A8E-E20A-42B3-8710-4AD02E0C56EE}" dt="2026-10-09T19:29:23.539" v="1099" actId="478"/>
        <pc:sldMkLst>
          <pc:docMk/>
          <pc:sldMk cId="2826392250" sldId="274"/>
        </pc:sldMkLst>
        <pc:spChg chg="mod">
          <ac:chgData name="deer man" userId="5df8f941c66563e5" providerId="LiveId" clId="{D5483A8E-E20A-42B3-8710-4AD02E0C56EE}" dt="2026-10-09T19:25:13.306" v="1087" actId="207"/>
          <ac:spMkLst>
            <pc:docMk/>
            <pc:sldMk cId="2826392250" sldId="274"/>
            <ac:spMk id="6" creationId="{0ED2BFBA-B6BC-1370-191E-03C0536690CC}"/>
          </ac:spMkLst>
        </pc:spChg>
        <pc:spChg chg="mod">
          <ac:chgData name="deer man" userId="5df8f941c66563e5" providerId="LiveId" clId="{D5483A8E-E20A-42B3-8710-4AD02E0C56EE}" dt="2026-10-09T19:17:13.375" v="995" actId="27636"/>
          <ac:spMkLst>
            <pc:docMk/>
            <pc:sldMk cId="2826392250" sldId="274"/>
            <ac:spMk id="7" creationId="{F7624439-772E-396F-E368-1BD18DCDBB48}"/>
          </ac:spMkLst>
        </pc:spChg>
        <pc:picChg chg="mod">
          <ac:chgData name="deer man" userId="5df8f941c66563e5" providerId="LiveId" clId="{D5483A8E-E20A-42B3-8710-4AD02E0C56EE}" dt="2026-10-09T19:19:00.250" v="1004" actId="1076"/>
          <ac:picMkLst>
            <pc:docMk/>
            <pc:sldMk cId="2826392250" sldId="274"/>
            <ac:picMk id="3" creationId="{24503508-76CE-CC8E-29C6-6B8AA860CBD7}"/>
          </ac:picMkLst>
        </pc:picChg>
        <pc:picChg chg="add mod">
          <ac:chgData name="deer man" userId="5df8f941c66563e5" providerId="LiveId" clId="{D5483A8E-E20A-42B3-8710-4AD02E0C56EE}" dt="2026-10-09T19:17:55.160" v="999" actId="1076"/>
          <ac:picMkLst>
            <pc:docMk/>
            <pc:sldMk cId="2826392250" sldId="274"/>
            <ac:picMk id="4" creationId="{D027C1DF-F1D1-A433-D681-7A3A389CD17F}"/>
          </ac:picMkLst>
        </pc:picChg>
        <pc:picChg chg="add mod">
          <ac:chgData name="deer man" userId="5df8f941c66563e5" providerId="LiveId" clId="{D5483A8E-E20A-42B3-8710-4AD02E0C56EE}" dt="2026-10-09T19:25:43.853" v="1090" actId="1076"/>
          <ac:picMkLst>
            <pc:docMk/>
            <pc:sldMk cId="2826392250" sldId="274"/>
            <ac:picMk id="8" creationId="{6CD2C2C0-5312-9BCF-470E-EE785F99D8F2}"/>
          </ac:picMkLst>
        </pc:picChg>
      </pc:sldChg>
      <pc:sldChg chg="addSp delSp modSp add mod">
        <pc:chgData name="deer man" userId="5df8f941c66563e5" providerId="LiveId" clId="{D5483A8E-E20A-42B3-8710-4AD02E0C56EE}" dt="2026-10-09T19:29:28.432" v="1100" actId="478"/>
        <pc:sldMkLst>
          <pc:docMk/>
          <pc:sldMk cId="416467845" sldId="275"/>
        </pc:sldMkLst>
        <pc:spChg chg="mod">
          <ac:chgData name="deer man" userId="5df8f941c66563e5" providerId="LiveId" clId="{D5483A8E-E20A-42B3-8710-4AD02E0C56EE}" dt="2026-10-09T19:23:06.918" v="1072" actId="1076"/>
          <ac:spMkLst>
            <pc:docMk/>
            <pc:sldMk cId="416467845" sldId="275"/>
            <ac:spMk id="6" creationId="{535D03F2-0ABB-A0DB-FEF8-4BFE1C46BC20}"/>
          </ac:spMkLst>
        </pc:spChg>
        <pc:picChg chg="mod">
          <ac:chgData name="deer man" userId="5df8f941c66563e5" providerId="LiveId" clId="{D5483A8E-E20A-42B3-8710-4AD02E0C56EE}" dt="2026-10-09T19:20:37.632" v="1033" actId="1076"/>
          <ac:picMkLst>
            <pc:docMk/>
            <pc:sldMk cId="416467845" sldId="275"/>
            <ac:picMk id="4" creationId="{A2B47F17-07DA-4A60-697C-A37850367425}"/>
          </ac:picMkLst>
        </pc:picChg>
        <pc:picChg chg="add mod modCrop">
          <ac:chgData name="deer man" userId="5df8f941c66563e5" providerId="LiveId" clId="{D5483A8E-E20A-42B3-8710-4AD02E0C56EE}" dt="2026-10-09T19:25:56.205" v="1092" actId="1076"/>
          <ac:picMkLst>
            <pc:docMk/>
            <pc:sldMk cId="416467845" sldId="275"/>
            <ac:picMk id="10" creationId="{3D718006-35EB-3F60-9A02-1BC468FA54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51484-FDDF-4F3D-8708-5F49B26AE06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66A1D-A6DC-4B8B-B167-1BB42358A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4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66A1D-A6DC-4B8B-B167-1BB42358AF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5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B1E0-BA48-83AC-316E-0EF4E5047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7AA34-7AC9-0D4B-25E8-EAA899CEA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E74F2-73B2-3B6C-6C7C-4E43F5246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95313-DED3-B019-3112-1437B20F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96ED-8B2B-9047-3DE9-CA54353E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4780-FE23-6003-54DB-67196371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4AAE1-A4E5-4000-E18A-2759DE8CD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A95A8-D008-E4C9-8BF5-D19644FE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4B3C-CF48-C30C-32F0-E25363ED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0BF5-C74B-37A3-5E29-E9F47338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6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9583-2EF5-2F39-898F-D86C4B69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17866-E404-3DCF-D0D3-24E26E5E6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37FB-F732-51A9-5DF0-FFB76855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98BB-AB74-39E3-CE87-19B59F36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FFBF0-983D-14C4-4EE6-DA75DF20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2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FB3E-461A-8D91-D889-6C6B3224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8F62C-7CAE-6FB4-34E6-5D1352E24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13B47-6F12-CFF7-B124-95F9C9108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B0B2B-231A-5022-CC87-80E72B45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81E45-5B33-B971-F4A7-1A7EA66C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F59C6-0C89-239A-B00C-D926CC199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2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C8F6-9929-B391-F541-771C2AB9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A8B49-40A4-1BE1-E45D-141EE3BD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A25E-D4E2-A54A-35D0-4EF0C116B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8CE7C-9EFE-2B36-CA11-0AF89E46D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BC597-78ED-704A-182F-D0BA8E9B1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7AAF0-D601-C225-CE6F-0D18787F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603BB-8E89-1D91-E79A-60DC522F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351AC-BE7B-EEEF-FBBC-8FAF9DB1B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7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E114-C040-9EF2-B892-74B0C35C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3A769-1FF3-34A7-CF21-FC1C2BEC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F4FA7-1437-915A-7D81-05358D16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C54DF-ECBC-6A92-6796-36A92C1A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DDE24-C386-F801-273C-AAB2546F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B8CE54-89D6-420A-CDCB-5A3926E3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439E-6A1C-D189-C492-016E9338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E3C7-E58B-BBEA-327C-BE5B9054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E3429-57B6-2A05-AC53-ABD021FAA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A1A23-56E6-F226-F618-2E9B8C036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2BF3C-3919-9B1B-70BE-73127EB6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99AC1-4302-2AA9-00C1-83EC9C49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25E20-06FC-6EC9-897D-06835C10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ED69-10FC-F26F-7F14-6830DD5D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3D628-46C0-F1D9-7382-8D60A4E3C30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20B29-31B6-545B-D383-ABF4620ED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83A16-4A1B-B7B0-F45E-A8630459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45D4-A3EF-6C61-C5E3-F22F0047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F451B-A1F2-4077-64DC-53D7E875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4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8324-7128-8CFE-9762-3889BDC1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A39D7-F7BD-6A38-7F6C-A6C161E90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27388-D4C4-DDCA-6EC5-4369A846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87FE-E6E7-1D02-09B5-85381CEF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809C-70D0-A4D9-D21D-5B41A364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ABFFA-F9B1-93D3-4961-9995A2A4A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59007-C8F3-FDE0-2F4A-1608C014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41132-A7A9-261D-D2F5-0EF2A078F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F676A-EBF1-8B15-EB92-D61CF822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B741-C639-ED04-CA13-9E398AD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3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9FDD9-9828-6513-75DE-78AA86CE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CFE1-6561-D84A-6B52-26C32372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43691-372B-FF0C-3FCE-F28BE8613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A3D55-2713-491A-A8A9-85FB03A7CEF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97408-0599-B248-81E0-7C1DCB167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64D92-97B0-CF7D-2C97-1DB8600C3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6FD42-4D5C-4AAE-A555-5785A0641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9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scholar.google.com/scholar?q=Rosenblatt+The+Perceptron+A+Perceiving+and+Recognizing+Automaton+195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0C9CA-3108-2FEE-72C9-02122CD00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920"/>
            <a:ext cx="9768840" cy="190499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1418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Evolution of Handwritten Digit Recognition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A53D15-4DA0-960C-3830-64375AC7C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4919"/>
            <a:ext cx="9144000" cy="12581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Wael Gazelle</a:t>
            </a:r>
          </a:p>
          <a:p>
            <a:r>
              <a:rPr lang="en-US" dirty="0"/>
              <a:t>INRTU</a:t>
            </a:r>
          </a:p>
          <a:p>
            <a:r>
              <a:rPr lang="en-US" dirty="0"/>
              <a:t>AIB-24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B48C18-357D-BDC1-7A9D-9F7C41689C8D}"/>
              </a:ext>
            </a:extLst>
          </p:cNvPr>
          <p:cNvSpPr/>
          <p:nvPr/>
        </p:nvSpPr>
        <p:spPr>
          <a:xfrm>
            <a:off x="-2651760" y="1009783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91E71D-2A15-2ECB-9CF0-6BB239392B67}"/>
              </a:ext>
            </a:extLst>
          </p:cNvPr>
          <p:cNvSpPr/>
          <p:nvPr/>
        </p:nvSpPr>
        <p:spPr>
          <a:xfrm>
            <a:off x="-2240280" y="5439773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76E0AB2-A100-DF53-38F7-BC1462D3CFB6}"/>
              </a:ext>
            </a:extLst>
          </p:cNvPr>
          <p:cNvSpPr/>
          <p:nvPr/>
        </p:nvSpPr>
        <p:spPr>
          <a:xfrm>
            <a:off x="10115334" y="-48491"/>
            <a:ext cx="415333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DC41374-D614-FECA-6C5F-20F23F7B0948}"/>
              </a:ext>
            </a:extLst>
          </p:cNvPr>
          <p:cNvSpPr/>
          <p:nvPr/>
        </p:nvSpPr>
        <p:spPr>
          <a:xfrm rot="10800000">
            <a:off x="-2076666" y="-48491"/>
            <a:ext cx="415333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3562-4533-E6B7-04A8-51E63B77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85AE3B-6DAA-6D67-54B6-A2CB16963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580" y="766113"/>
            <a:ext cx="9172022" cy="54569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1418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Was Handwriting Difficult for Computers?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7BB10D-C55D-47A8-6E93-59D213C03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950" y="1659327"/>
            <a:ext cx="4127020" cy="4432560"/>
          </a:xfrm>
        </p:spPr>
        <p:txBody>
          <a:bodyPr>
            <a:normAutofit fontScale="92500" lnSpcReduction="20000"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Different people write the same digit differently.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Digits can be ambiguous: 3 vs. 8.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Handwriting varies in size, slant, shape, and position.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3200" dirty="0"/>
              <a:t>Systems often struggled with handwriting they had not seen before.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C7774B-9CB6-6E00-7A0F-8B825DBDB62F}"/>
              </a:ext>
            </a:extLst>
          </p:cNvPr>
          <p:cNvSpPr/>
          <p:nvPr/>
        </p:nvSpPr>
        <p:spPr>
          <a:xfrm>
            <a:off x="-2651760" y="-71437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DDF10B-DA34-0461-0D03-AB532CEC9436}"/>
              </a:ext>
            </a:extLst>
          </p:cNvPr>
          <p:cNvSpPr/>
          <p:nvPr/>
        </p:nvSpPr>
        <p:spPr>
          <a:xfrm>
            <a:off x="-2339340" y="6619398"/>
            <a:ext cx="17495520" cy="2949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2527767-329F-4533-1877-8A784C4AFBFD}"/>
              </a:ext>
            </a:extLst>
          </p:cNvPr>
          <p:cNvSpPr/>
          <p:nvPr/>
        </p:nvSpPr>
        <p:spPr>
          <a:xfrm>
            <a:off x="11292839" y="-73561"/>
            <a:ext cx="1911042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C45FEF-1845-5188-DDB2-8699326640C2}"/>
              </a:ext>
            </a:extLst>
          </p:cNvPr>
          <p:cNvSpPr/>
          <p:nvPr/>
        </p:nvSpPr>
        <p:spPr>
          <a:xfrm rot="10800000">
            <a:off x="-1021782" y="-48491"/>
            <a:ext cx="1911039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8FB69-8C27-53B3-1585-F9B7D03E6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6" y="1659327"/>
            <a:ext cx="2912946" cy="45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97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62ED-ABA3-2DD5-7DD5-25C7836D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F7D801-400A-D2AE-40C0-9F619577FB7D}"/>
              </a:ext>
            </a:extLst>
          </p:cNvPr>
          <p:cNvSpPr/>
          <p:nvPr/>
        </p:nvSpPr>
        <p:spPr>
          <a:xfrm>
            <a:off x="-2651760" y="-71437"/>
            <a:ext cx="17495520" cy="1503997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96BDC8-58BA-E55A-278C-56CF72651062}"/>
              </a:ext>
            </a:extLst>
          </p:cNvPr>
          <p:cNvSpPr/>
          <p:nvPr/>
        </p:nvSpPr>
        <p:spPr>
          <a:xfrm>
            <a:off x="-2339340" y="1547884"/>
            <a:ext cx="17495520" cy="536647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B9345A-AA4A-0F97-55A2-66896CBD2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580" y="766113"/>
            <a:ext cx="9745980" cy="545695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</a:rPr>
              <a:t>What Were the Old Solutions?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62962A-30EC-FD36-943B-A739646F4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950" y="1659327"/>
            <a:ext cx="4127020" cy="443256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2600" b="1" dirty="0">
                <a:solidFill>
                  <a:schemeClr val="bg1"/>
                </a:solidFill>
                <a:highlight>
                  <a:srgbClr val="808080"/>
                </a:highlight>
              </a:rPr>
              <a:t>Manual reading: 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People read and sort handwritten mail.</a:t>
            </a:r>
          </a:p>
          <a:p>
            <a:pPr algn="l"/>
            <a:r>
              <a:rPr lang="en-US" sz="2600" b="1" dirty="0">
                <a:solidFill>
                  <a:schemeClr val="bg1"/>
                </a:solidFill>
                <a:highlight>
                  <a:srgbClr val="808080"/>
                </a:highlight>
              </a:rPr>
              <a:t>Rule-based systems: </a:t>
            </a:r>
            <a:r>
              <a:rPr lang="en-US" b="1" dirty="0">
                <a:solidFill>
                  <a:schemeClr val="bg1"/>
                </a:solidFill>
              </a:rPr>
              <a:t>Programmers created rules based on strokes, loops, and character shapes.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Template matching: </a:t>
            </a:r>
            <a:r>
              <a:rPr lang="en-US" b="1" dirty="0">
                <a:solidFill>
                  <a:schemeClr val="bg1"/>
                </a:solidFill>
              </a:rPr>
              <a:t>Computers compared new characters with stored examples.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Feature-based classification: </a:t>
            </a:r>
            <a:r>
              <a:rPr lang="en-US" b="1" dirty="0">
                <a:solidFill>
                  <a:schemeClr val="bg1"/>
                </a:solidFill>
              </a:rPr>
              <a:t>Systems used manually designed measurements to classify characters.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C2B376E-BDEA-5913-BAD3-47DCBA8B2BC4}"/>
              </a:ext>
            </a:extLst>
          </p:cNvPr>
          <p:cNvSpPr/>
          <p:nvPr/>
        </p:nvSpPr>
        <p:spPr>
          <a:xfrm rot="10800000">
            <a:off x="-3545599" y="0"/>
            <a:ext cx="1911041" cy="6954982"/>
          </a:xfrm>
          <a:prstGeom prst="triangle">
            <a:avLst>
              <a:gd name="adj" fmla="val 49004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7DF00B9-D88F-EBBF-5616-E29DF2DF0483}"/>
              </a:ext>
            </a:extLst>
          </p:cNvPr>
          <p:cNvSpPr/>
          <p:nvPr/>
        </p:nvSpPr>
        <p:spPr>
          <a:xfrm>
            <a:off x="7967637" y="-4922520"/>
            <a:ext cx="10690723" cy="11780520"/>
          </a:xfrm>
          <a:prstGeom prst="triangle">
            <a:avLst>
              <a:gd name="adj" fmla="val 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5EA49F-0C60-74C0-12A2-BE260A29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81"/>
          <a:stretch>
            <a:fillRect/>
          </a:stretch>
        </p:blipFill>
        <p:spPr>
          <a:xfrm>
            <a:off x="5439508" y="1532975"/>
            <a:ext cx="4944094" cy="47506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7C7A4A-3752-1E3E-B3DB-A9A5F6912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412929" y="-16374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027F7F-F087-BEE8-65C7-E2008259F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51915" y="-124502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492674-DC1C-E65B-950F-A0EC7140E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939974" y="-130018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117724F-1044-35BA-7870-50B31639FE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932202" y="-135533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340601E-B5E3-CDAC-45F1-1A8EA69FAF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787606" y="-124502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9235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7FBE74-60F6-A4CE-5AE6-9E9FAB9A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20" y="1779905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3597CD-55DB-1A93-48FA-F4DCC7494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9560" y="-190726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9962C7-2898-0BAA-AFFC-0C6FC5864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54" y="-151488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536EE-50FF-7D42-C3D9-391329011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395" y="-157004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FBDC52-A4CA-9D0C-AA96-2E6AB3B65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67" y="-162519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466F5D-B2E6-BCF3-7649-0A0192522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763" y="-151488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5549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F728-5669-6ADA-3E6C-34741BC0F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E13915-BE34-AB31-A7D9-7365A318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35" y="1341121"/>
            <a:ext cx="4955069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1957 — The Perceptron (paper / archive search):</a:t>
            </a:r>
          </a:p>
          <a:p>
            <a:pPr marL="0" indent="0">
              <a:buNone/>
            </a:pPr>
            <a:r>
              <a:rPr lang="en-US" b="1" dirty="0"/>
              <a:t>The Perceptron: </a:t>
            </a:r>
            <a:r>
              <a:rPr lang="en-US" dirty="0"/>
              <a:t>A Perceiving and Recognizing Automaton. Early work on trainable pattern recognition.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7C9FF3-CEBA-68C5-4BB5-91ECD1E8E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043" y="-67787"/>
            <a:ext cx="4955069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8A8DFC-21BA-DAAA-C55F-0F781D430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111" y="-108366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508039-F82F-F353-0DB5-0A5CDEDF9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051" y="-67737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1EAC41-F065-E446-439E-8CF78B28E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610DA9-0AF4-521A-EFA4-42D1105D3D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1B062C-3F9B-2B11-F672-9D5F577A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341664" cy="73215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Historical</a:t>
            </a:r>
            <a:r>
              <a:rPr lang="en-US" sz="3200" b="1" dirty="0"/>
              <a:t> </a:t>
            </a:r>
            <a:r>
              <a:rPr lang="en-US" sz="3600" b="1" dirty="0"/>
              <a:t>Background</a:t>
            </a: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97FD0-25CB-2B4F-4157-1DB345737B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70" y="4107543"/>
            <a:ext cx="4198032" cy="209901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EA10B6C-99CA-CE85-E9DA-CB2ADA54F9A5}"/>
              </a:ext>
            </a:extLst>
          </p:cNvPr>
          <p:cNvSpPr/>
          <p:nvPr/>
        </p:nvSpPr>
        <p:spPr>
          <a:xfrm>
            <a:off x="1232806" y="3910693"/>
            <a:ext cx="2710543" cy="375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2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8B95E-04D4-12E1-3099-792146BA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5506C4-00BC-7687-FFF3-FBDD46564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341121"/>
            <a:ext cx="4866640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1969 — </a:t>
            </a:r>
            <a:r>
              <a:rPr lang="en-US" b="1" dirty="0" err="1">
                <a:solidFill>
                  <a:srgbClr val="C00000"/>
                </a:solidFill>
              </a:rPr>
              <a:t>Perceptrons</a:t>
            </a:r>
            <a:r>
              <a:rPr lang="en-US" b="1" dirty="0">
                <a:solidFill>
                  <a:srgbClr val="C00000"/>
                </a:solidFill>
              </a:rPr>
              <a:t> (book / archive search):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dirty="0"/>
              <a:t>An influential analysis of the limitations of simple </a:t>
            </a:r>
            <a:r>
              <a:rPr lang="en-US" dirty="0" err="1"/>
              <a:t>perceptrons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B0AD52-FCED-C278-F882-D5964F2CF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A22B8B-1D03-F501-2E87-E518DDC24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768" y="-88077"/>
            <a:ext cx="5260416" cy="6946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9DB389-C7E4-EE71-8022-9F86E5440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051" y="-67737"/>
            <a:ext cx="5158903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A710C0-B0B3-6191-8973-2DCF10BC5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134448-62D4-9FA2-49BA-00B3446DF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5DB7E9-9747-A19E-6014-F3C9AFB3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290864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Historical 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C53B4-7E3E-8D31-0538-AF48576968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70" y="4107543"/>
            <a:ext cx="4198032" cy="209901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3491E4ED-FA72-A829-DB1B-39665636463D}"/>
              </a:ext>
            </a:extLst>
          </p:cNvPr>
          <p:cNvSpPr/>
          <p:nvPr/>
        </p:nvSpPr>
        <p:spPr>
          <a:xfrm>
            <a:off x="1232806" y="3910693"/>
            <a:ext cx="2710543" cy="375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29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B7875-672D-8E82-7BD8-AD0FEC7E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6D8F37-CB66-3338-865F-CB724ED7B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19" y="1341121"/>
            <a:ext cx="4921711" cy="4632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1986 — Learning Representations by Back-Propagating Errors.</a:t>
            </a:r>
            <a:endParaRPr lang="en-US" b="1" dirty="0">
              <a:solidFill>
                <a:srgbClr val="C000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dirty="0"/>
              <a:t>Helped popularize backpropagation for training multilayer neural networks.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6E7807-06DC-A656-31AE-D81DD3A06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162EF9-AFA6-B210-5C3E-D448B5D7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7E32D6-EB66-8B8C-B3E0-800A0D820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7035C4-FCD2-B38A-2E0C-DC2F68CDC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64257" y="-100980"/>
            <a:ext cx="4861560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C7EB0B-F4CA-E78E-C656-6BC4C9E58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9CF4D91-5623-356F-8A38-B58584D1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4422944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Historical 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CA25A-3B22-5E6D-6070-2DFD33CED2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70" y="4107543"/>
            <a:ext cx="4198032" cy="2099016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35AAFE3D-EA7D-936A-9716-5E5C1F391AC9}"/>
              </a:ext>
            </a:extLst>
          </p:cNvPr>
          <p:cNvSpPr/>
          <p:nvPr/>
        </p:nvSpPr>
        <p:spPr>
          <a:xfrm>
            <a:off x="1267612" y="6206559"/>
            <a:ext cx="2781874" cy="4228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D703FEE-D178-D471-E007-F2D3EE22FD66}"/>
              </a:ext>
            </a:extLst>
          </p:cNvPr>
          <p:cNvSpPr/>
          <p:nvPr/>
        </p:nvSpPr>
        <p:spPr>
          <a:xfrm>
            <a:off x="1232806" y="3910693"/>
            <a:ext cx="2710543" cy="3755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27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0D13-0334-52DE-6DA4-97C5F4CF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3DF033-56C2-AD6E-A3FA-EC24DAC0B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25" y="1718492"/>
            <a:ext cx="5354079" cy="4632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Authors: </a:t>
            </a:r>
            <a:r>
              <a:rPr lang="en-US" sz="1800" dirty="0"/>
              <a:t>Yann LeCun, Bernhard Boser, John Denker, Don Henderson, Richard Howard, Wayne Hubbard, and Lawrence Jackel.</a:t>
            </a:r>
          </a:p>
          <a:p>
            <a:pPr marL="0" indent="0">
              <a:buNone/>
            </a:pPr>
            <a:r>
              <a:rPr lang="en-US" sz="1800" b="1" dirty="0"/>
              <a:t>The problem: </a:t>
            </a:r>
            <a:r>
              <a:rPr lang="en-US" sz="1800" dirty="0"/>
              <a:t>The U.S. Postal Service needed computers to recognize handwritten ZIP-code digits accurately.</a:t>
            </a:r>
          </a:p>
          <a:p>
            <a:pPr marL="0" indent="0">
              <a:buNone/>
            </a:pPr>
            <a:r>
              <a:rPr lang="en-US" sz="1800" b="1" dirty="0"/>
              <a:t>What changed?</a:t>
            </a:r>
          </a:p>
          <a:p>
            <a:r>
              <a:rPr lang="en-US" sz="1800" dirty="0"/>
              <a:t>A neural network learned from labeled examples of handwritten digits.</a:t>
            </a:r>
          </a:p>
          <a:p>
            <a:r>
              <a:rPr lang="en-US" sz="1800" dirty="0"/>
              <a:t>The network received normalized character images and produced digit classifications.</a:t>
            </a:r>
          </a:p>
          <a:p>
            <a:r>
              <a:rPr lang="en-US" sz="1800" dirty="0"/>
              <a:t>Backpropagation adjusted the network's weights during training.</a:t>
            </a: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9CB15D-5A3D-E5BA-E2C9-5033783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6C0792-CCDA-596E-F4EE-921BEABB2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1F4355-6A6C-9468-0EDF-5DC229B90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7CA692-33A5-20D2-DEA1-98CE0F67C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D45AC6-A413-5EAE-9FED-6ECC82066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FECA6F-F525-35BB-E0D1-83B8B33E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13" y="267064"/>
            <a:ext cx="5456202" cy="143691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1989 — Backpropagation Applied to Handwritten Zip </a:t>
            </a:r>
            <a:r>
              <a:rPr lang="en-US" sz="3200" b="1" dirty="0" err="1">
                <a:solidFill>
                  <a:srgbClr val="C00000"/>
                </a:solidFill>
              </a:rPr>
              <a:t>CodeRecognition</a:t>
            </a:r>
            <a:r>
              <a:rPr lang="en-US" sz="3200" b="1" dirty="0">
                <a:solidFill>
                  <a:srgbClr val="C0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46831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0B54-D713-60E7-01BD-18DBE46F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53822D-E245-DE08-8C26-B243372E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19" y="1341120"/>
            <a:ext cx="5092981" cy="5151755"/>
          </a:xfrm>
        </p:spPr>
        <p:txBody>
          <a:bodyPr>
            <a:normAutofit/>
          </a:bodyPr>
          <a:lstStyle/>
          <a:p>
            <a:r>
              <a:rPr lang="en-US" b="1" dirty="0"/>
              <a:t>1990 — Continued development: </a:t>
            </a:r>
            <a:r>
              <a:rPr lang="en-US" dirty="0"/>
              <a:t>LeCun and collaborators presented further work on handwritten ZIP-code recognition with multilayer networks. </a:t>
            </a:r>
          </a:p>
          <a:p>
            <a:r>
              <a:rPr lang="en-US" b="1" dirty="0"/>
              <a:t>LeNet development: </a:t>
            </a:r>
            <a:r>
              <a:rPr lang="en-US" dirty="0"/>
              <a:t>Successive convolution and subsampling layers learned increasingly useful visual features. These ideas led to the LeNet-5 architecture. </a:t>
            </a: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83686-602C-248E-1F78-6225C22FD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B52175-CBAF-4AEA-BBD4-5DC936450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9B4459-E34F-8BDE-379E-D7D5B1BD8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385CC6-5B8B-5BB9-07E3-ABE374A97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E7BDCF-717A-A2B0-7E6A-1FB3497B6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3104" y="-67787"/>
            <a:ext cx="553915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CE8470-A17C-4B4F-6E9C-37478FEE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" y="365125"/>
            <a:ext cx="5456202" cy="732155"/>
          </a:xfrm>
        </p:spPr>
        <p:txBody>
          <a:bodyPr>
            <a:noAutofit/>
          </a:bodyPr>
          <a:lstStyle/>
          <a:p>
            <a:r>
              <a:rPr lang="en-US" sz="3200" b="1" dirty="0"/>
              <a:t>What Happened Between 1989 and 1998?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537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52FD-4937-806B-E2E9-A418E089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D567F7-9FD9-648B-A7B3-4D8FF10E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020" y="1341121"/>
            <a:ext cx="5194674" cy="463296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Authors: </a:t>
            </a:r>
            <a:r>
              <a:rPr lang="en-US" sz="7200" dirty="0"/>
              <a:t>Yann LeCun, Léon </a:t>
            </a:r>
            <a:r>
              <a:rPr lang="en-US" sz="7200" dirty="0" err="1"/>
              <a:t>Bottou</a:t>
            </a:r>
            <a:r>
              <a:rPr lang="en-US" sz="7200" dirty="0"/>
              <a:t>, Yoshua Bengio, and Patrick Haffner.</a:t>
            </a:r>
          </a:p>
          <a:p>
            <a:pPr marL="0" indent="0">
              <a:buNone/>
            </a:pPr>
            <a:r>
              <a:rPr lang="en-US" sz="7200" b="1" dirty="0"/>
              <a:t>What did the paper contribute?</a:t>
            </a:r>
          </a:p>
          <a:p>
            <a:r>
              <a:rPr lang="en-US" sz="7200" b="1" dirty="0"/>
              <a:t>LeNet-5: </a:t>
            </a:r>
            <a:r>
              <a:rPr lang="en-US" sz="7200" dirty="0"/>
              <a:t>Presented a convolutional neural-network architecture using convolution, subsampling, and classification layers. </a:t>
            </a:r>
          </a:p>
          <a:p>
            <a:r>
              <a:rPr lang="en-US" sz="7200" b="1" dirty="0"/>
              <a:t>Learned visual features: </a:t>
            </a:r>
            <a:r>
              <a:rPr lang="en-US" sz="7200" dirty="0"/>
              <a:t>The network learned increasingly complex patterns from image data.</a:t>
            </a:r>
          </a:p>
          <a:p>
            <a:r>
              <a:rPr lang="en-US" sz="7200" b="1" dirty="0"/>
              <a:t>Graph Transformer Networks: </a:t>
            </a:r>
            <a:r>
              <a:rPr lang="en-US" sz="7200" dirty="0"/>
              <a:t>The paper described a way to connect multiple processing modules and train them toward an overall objective.</a:t>
            </a:r>
          </a:p>
          <a:p>
            <a:r>
              <a:rPr lang="en-US" sz="7200" b="1" dirty="0"/>
              <a:t>Integrated document recognition: </a:t>
            </a:r>
            <a:r>
              <a:rPr lang="en-US" sz="7200" dirty="0"/>
              <a:t>The approach connected visual recognition with other stages, including segmentation and contextual processing.</a:t>
            </a:r>
          </a:p>
          <a:p>
            <a:r>
              <a:rPr lang="en-US" sz="7200" b="1" dirty="0"/>
              <a:t>Practical application: </a:t>
            </a:r>
            <a:r>
              <a:rPr lang="en-US" sz="7200" dirty="0"/>
              <a:t>The paper described commercial bank-check reading systems operating at large scale.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0F825-3874-8BC9-2748-29A8226F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433" y="-112430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E7D09-991C-087B-8BEF-E7DD22795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68" y="-88077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8B4BF0-93BA-C1DA-21D9-832BF4EE7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172" y="-100980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C51963-FB69-F307-FF83-1AF69A6CB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825" y="-89530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0D3E37-FF62-288F-4A70-91254438E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0"/>
            <a:ext cx="559977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DF12860-B01F-308F-0D84-E2360BD07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5" y="365125"/>
            <a:ext cx="5548220" cy="73215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Gradient-Based Learning Applied to Document Recognition(1998)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35594B-8FB2-BBC8-70BC-5EEA37B753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-3848666" y="319405"/>
            <a:ext cx="3669175" cy="583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9CDF-B70D-D183-353F-367F94CB4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F26E35-011E-1702-503E-19CB9A6B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518" y="1341121"/>
            <a:ext cx="8381908" cy="403352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Postal automation: </a:t>
            </a:r>
            <a:r>
              <a:rPr lang="en-US" dirty="0"/>
              <a:t>Learning-based systems helped automate the recognition of handwritten digits.</a:t>
            </a:r>
          </a:p>
          <a:p>
            <a:r>
              <a:rPr lang="en-US" b="1" dirty="0"/>
              <a:t>Banking: </a:t>
            </a:r>
            <a:r>
              <a:rPr lang="en-US" dirty="0"/>
              <a:t>CNN-based recognition became part of systems used to read bank checks.</a:t>
            </a:r>
          </a:p>
          <a:p>
            <a:r>
              <a:rPr lang="en-US" b="1" dirty="0"/>
              <a:t>Learning features from data: </a:t>
            </a:r>
            <a:r>
              <a:rPr lang="en-US" dirty="0"/>
              <a:t>Neural networks reduced reliance on manually specifying every visual feature.</a:t>
            </a:r>
          </a:p>
          <a:p>
            <a:r>
              <a:rPr lang="en-US" b="1" dirty="0"/>
              <a:t>Integrated processing: </a:t>
            </a:r>
            <a:r>
              <a:rPr lang="en-US" dirty="0"/>
              <a:t>The 1998 work demonstrated the value of training multiple document-processing components toward a shared objective.</a:t>
            </a:r>
          </a:p>
          <a:p>
            <a:r>
              <a:rPr lang="en-US" b="1" dirty="0"/>
              <a:t>Influence on computer vision: </a:t>
            </a:r>
            <a:r>
              <a:rPr lang="en-US" dirty="0"/>
              <a:t>CNN became an important foundation for later image-recognition systems.</a:t>
            </a:r>
          </a:p>
          <a:p>
            <a:r>
              <a:rPr lang="en-US" dirty="0"/>
              <a:t>2006 — Deep learning research.</a:t>
            </a:r>
          </a:p>
          <a:p>
            <a:r>
              <a:rPr lang="en-US" dirty="0"/>
              <a:t>2012 — </a:t>
            </a:r>
            <a:r>
              <a:rPr lang="en-US" dirty="0" err="1"/>
              <a:t>AlexNet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A24B7C-7256-682A-37AD-E4A8EAB1A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6221" y="-250155"/>
            <a:ext cx="5635085" cy="71854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041738-FE0B-C33F-D460-19E85A9A6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3556" y="-225802"/>
            <a:ext cx="5260416" cy="71740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41A54B-84AA-9511-A8E2-2EE5EBA7E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960" y="-238705"/>
            <a:ext cx="5635085" cy="7144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322771-FFD9-895A-24DD-2BA508255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5613" y="-227255"/>
            <a:ext cx="5635085" cy="7174029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1FE893-82A3-2009-B276-4E77D880A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0328" y="-137725"/>
            <a:ext cx="5599774" cy="71334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F08FCF-EC13-6039-60CC-A99C69A9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441" y="375285"/>
            <a:ext cx="6099859" cy="7321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Impact of the Two Papers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32F02-5E7D-5EE5-1C01-21859063B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334574" y="375285"/>
            <a:ext cx="3669175" cy="5833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1B9AE3-23C7-850E-561D-23C717062B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-3388538" y="547000"/>
            <a:ext cx="3093720" cy="56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82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002B-532A-7BAC-BAFF-7172EEC7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624439-772E-396F-E368-1BD18DCD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5518" y="1341121"/>
            <a:ext cx="8381908" cy="40335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Before: Manual reading, hand-designed rules, templates, and engineered features.</a:t>
            </a:r>
          </a:p>
          <a:p>
            <a:r>
              <a:rPr lang="en-US" dirty="0"/>
              <a:t>1989: Neural networks demonstrated learning-based recognition of real handwritten ZIP-code digits.</a:t>
            </a:r>
          </a:p>
          <a:p>
            <a:r>
              <a:rPr lang="en-US" dirty="0"/>
              <a:t>Between 1989 and 1998: CNN architectures developed and researchers worked toward more integrated document-processing systems.</a:t>
            </a:r>
          </a:p>
          <a:p>
            <a:r>
              <a:rPr lang="en-US" dirty="0"/>
              <a:t>1998: LeNet-5 and Graph Transformer Networks illustrated the potential of learned visual features and globally trained document systems.</a:t>
            </a:r>
          </a:p>
          <a:p>
            <a:r>
              <a:rPr lang="en-US" dirty="0"/>
              <a:t>Afterward: Continued advances in data, computing, and deep learning expanded neural networks.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D2BFBA-B6BC-1370-191E-03C053669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441" y="375285"/>
            <a:ext cx="6099859" cy="73215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Conclusion</a:t>
            </a:r>
            <a:r>
              <a:rPr lang="en-US" sz="3200" b="1" dirty="0"/>
              <a:t>:</a:t>
            </a:r>
            <a:endParaRPr lang="en-US" sz="14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03508-76CE-CC8E-29C6-6B8AA860C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73" b="89600" l="32617" r="75586">
                        <a14:foregroundMark x1="43115" y1="10986" x2="38672" y2="17139"/>
                        <a14:foregroundMark x1="38672" y1="17139" x2="37451" y2="28369"/>
                        <a14:foregroundMark x1="37451" y1="28369" x2="41553" y2="34082"/>
                        <a14:foregroundMark x1="41553" y1="34082" x2="48926" y2="37305"/>
                        <a14:foregroundMark x1="48926" y1="37305" x2="57568" y2="34082"/>
                        <a14:foregroundMark x1="57568" y1="34082" x2="59326" y2="20801"/>
                        <a14:foregroundMark x1="59326" y1="20801" x2="51318" y2="13379"/>
                        <a14:foregroundMark x1="51318" y1="13379" x2="43115" y2="12744"/>
                        <a14:foregroundMark x1="43115" y1="12744" x2="40283" y2="15039"/>
                        <a14:foregroundMark x1="54785" y1="9619" x2="47021" y2="9473"/>
                        <a14:foregroundMark x1="47021" y1="9473" x2="44141" y2="11670"/>
                        <a14:foregroundMark x1="54932" y1="25293" x2="45020" y2="32373"/>
                        <a14:foregroundMark x1="45020" y1="32373" x2="54150" y2="34082"/>
                        <a14:foregroundMark x1="54150" y1="34082" x2="48877" y2="26660"/>
                        <a14:foregroundMark x1="47510" y1="35791" x2="49463" y2="49609"/>
                        <a14:foregroundMark x1="49463" y1="49609" x2="51904" y2="39600"/>
                        <a14:foregroundMark x1="51904" y1="39600" x2="48047" y2="35449"/>
                        <a14:foregroundMark x1="43994" y1="44873" x2="38916" y2="54492"/>
                        <a14:foregroundMark x1="38916" y1="54492" x2="48389" y2="59375"/>
                        <a14:foregroundMark x1="48389" y1="59375" x2="48584" y2="50684"/>
                        <a14:foregroundMark x1="48584" y1="50684" x2="44580" y2="43896"/>
                        <a14:foregroundMark x1="44580" y1="43896" x2="42627" y2="43896"/>
                        <a14:foregroundMark x1="62549" y1="48584" x2="69092" y2="43262"/>
                        <a14:foregroundMark x1="69092" y1="43262" x2="66016" y2="44336"/>
                        <a14:foregroundMark x1="55908" y1="77539" x2="59375" y2="88135"/>
                        <a14:foregroundMark x1="59375" y1="88135" x2="59180" y2="80322"/>
                        <a14:foregroundMark x1="59180" y1="80322" x2="58496" y2="79443"/>
                        <a14:foregroundMark x1="60205" y1="86816" x2="60059" y2="86572"/>
                        <a14:foregroundMark x1="39453" y1="83838" x2="35400" y2="86475"/>
                        <a14:foregroundMark x1="39844" y1="86719" x2="38037" y2="87402"/>
                        <a14:foregroundMark x1="41602" y1="87061" x2="34424" y2="88672"/>
                        <a14:foregroundMark x1="34424" y1="88672" x2="42090" y2="88721"/>
                        <a14:foregroundMark x1="42090" y1="88721" x2="39355" y2="87549"/>
                        <a14:foregroundMark x1="41748" y1="80273" x2="39844" y2="80615"/>
                        <a14:foregroundMark x1="56494" y1="83252" x2="62305" y2="89648"/>
                        <a14:foregroundMark x1="62305" y1="89648" x2="57910" y2="85254"/>
                        <a14:foregroundMark x1="46729" y1="26221" x2="38428" y2="27148"/>
                        <a14:foregroundMark x1="38428" y1="27148" x2="43896" y2="26953"/>
                        <a14:foregroundMark x1="33691" y1="48682" x2="32617" y2="49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440" t="5907" r="19057" b="9029"/>
          <a:stretch>
            <a:fillRect/>
          </a:stretch>
        </p:blipFill>
        <p:spPr>
          <a:xfrm>
            <a:off x="-3220454" y="375285"/>
            <a:ext cx="3669175" cy="5833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7C1DF-F1D1-A433-D681-7A3A389CD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448721" y="375285"/>
            <a:ext cx="3093720" cy="5661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2C2C0-5312-9BCF-470E-EE785F99D8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9121" y1="47559" x2="44189" y2="38721"/>
                        <a14:foregroundMark x1="44189" y1="38721" x2="44043" y2="21289"/>
                        <a14:foregroundMark x1="44043" y1="21289" x2="56445" y2="26025"/>
                        <a14:foregroundMark x1="56445" y1="26025" x2="52100" y2="37158"/>
                        <a14:foregroundMark x1="52100" y1="37158" x2="44287" y2="30664"/>
                        <a14:foregroundMark x1="44287" y1="30664" x2="45166" y2="19141"/>
                        <a14:foregroundMark x1="45166" y1="19141" x2="46777" y2="16455"/>
                        <a14:foregroundMark x1="70459" y1="18994" x2="71777" y2="26758"/>
                        <a14:foregroundMark x1="71777" y1="26758" x2="73438" y2="24561"/>
                        <a14:foregroundMark x1="28467" y1="23438" x2="27441" y2="21436"/>
                        <a14:foregroundMark x1="32764" y1="20898" x2="27148" y2="26123"/>
                        <a14:foregroundMark x1="27148" y1="26123" x2="31201" y2="20361"/>
                        <a14:foregroundMark x1="31201" y1="20361" x2="29004" y2="20215"/>
                        <a14:foregroundMark x1="43799" y1="68896" x2="40332" y2="78760"/>
                        <a14:foregroundMark x1="40332" y1="78760" x2="47021" y2="71387"/>
                        <a14:foregroundMark x1="47021" y1="71387" x2="41113" y2="70752"/>
                        <a14:foregroundMark x1="52451" y1="78795" x2="52247" y2="79100"/>
                        <a14:foregroundMark x1="55566" y1="74121" x2="52623" y2="78537"/>
                        <a14:foregroundMark x1="53660" y1="81632" x2="57959" y2="84717"/>
                        <a14:foregroundMark x1="57959" y1="84717" x2="56201" y2="73779"/>
                        <a14:foregroundMark x1="48438" y1="36768" x2="52637" y2="26855"/>
                        <a14:foregroundMark x1="52637" y1="26855" x2="48877" y2="35156"/>
                        <a14:foregroundMark x1="48877" y1="35156" x2="44434" y2="32227"/>
                        <a14:foregroundMark x1="53125" y1="78418" x2="56006" y2="82764"/>
                        <a14:foregroundMark x1="46143" y1="11719" x2="50195" y2="11133"/>
                        <a14:foregroundMark x1="50195" y1="11133" x2="53174" y2="11914"/>
                        <a14:backgroundMark x1="52881" y1="82568" x2="52881" y2="81445"/>
                        <a14:backgroundMark x1="53223" y1="81104" x2="53125" y2="82080"/>
                        <a14:backgroundMark x1="52002" y1="81982" x2="53760" y2="81445"/>
                        <a14:backgroundMark x1="55762" y1="84082" x2="48828" y2="80713"/>
                        <a14:backgroundMark x1="48828" y1="80713" x2="56201" y2="85449"/>
                        <a14:backgroundMark x1="50879" y1="79346" x2="54102" y2="81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54" t="6924" r="21631" b="13581"/>
          <a:stretch>
            <a:fillRect/>
          </a:stretch>
        </p:blipFill>
        <p:spPr>
          <a:xfrm>
            <a:off x="2688270" y="6995724"/>
            <a:ext cx="7808199" cy="106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392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9C627-4CF6-182C-CF0A-2B08FE8A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5D03F2-0ABB-A0DB-FEF8-4BFE1C46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079" y="384810"/>
            <a:ext cx="8019780" cy="73215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C00000"/>
                </a:solidFill>
              </a:rPr>
              <a:t>Thank you for listening 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47F17-07DA-4A60-697C-A37850367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13" b="82813" l="31104" r="67090">
                        <a14:foregroundMark x1="50488" y1="10059" x2="43555" y2="9473"/>
                        <a14:foregroundMark x1="43555" y1="9473" x2="36279" y2="15381"/>
                        <a14:foregroundMark x1="36279" y1="15381" x2="44336" y2="26855"/>
                        <a14:foregroundMark x1="44336" y1="26855" x2="54590" y2="23584"/>
                        <a14:foregroundMark x1="54590" y1="23584" x2="46777" y2="12646"/>
                        <a14:foregroundMark x1="46777" y1="12646" x2="40918" y2="11133"/>
                        <a14:foregroundMark x1="49316" y1="9473" x2="42090" y2="8545"/>
                        <a14:foregroundMark x1="42090" y1="8545" x2="44434" y2="7813"/>
                        <a14:foregroundMark x1="51904" y1="18213" x2="44141" y2="37061"/>
                        <a14:foregroundMark x1="44141" y1="37061" x2="49023" y2="42969"/>
                        <a14:foregroundMark x1="49023" y1="42969" x2="52637" y2="23242"/>
                        <a14:foregroundMark x1="52637" y1="23242" x2="50195" y2="15088"/>
                        <a14:foregroundMark x1="50195" y1="15088" x2="49316" y2="15137"/>
                        <a14:foregroundMark x1="44189" y1="47705" x2="44141" y2="61182"/>
                        <a14:foregroundMark x1="44141" y1="61182" x2="37207" y2="80225"/>
                        <a14:foregroundMark x1="37207" y1="80225" x2="44385" y2="73047"/>
                        <a14:foregroundMark x1="44385" y1="73047" x2="46582" y2="53516"/>
                        <a14:foregroundMark x1="56543" y1="18457" x2="42773" y2="20703"/>
                        <a14:foregroundMark x1="42773" y1="20703" x2="43311" y2="29395"/>
                        <a14:foregroundMark x1="43311" y1="29395" x2="53174" y2="23047"/>
                        <a14:foregroundMark x1="53174" y1="23047" x2="44922" y2="17871"/>
                        <a14:foregroundMark x1="54639" y1="20361" x2="48828" y2="19434"/>
                        <a14:foregroundMark x1="44824" y1="22510" x2="58252" y2="22461"/>
                        <a14:foregroundMark x1="58252" y1="22461" x2="50488" y2="19629"/>
                        <a14:foregroundMark x1="50488" y1="19629" x2="42090" y2="23096"/>
                        <a14:foregroundMark x1="42090" y1="23096" x2="41602" y2="24414"/>
                        <a14:foregroundMark x1="45166" y1="22949" x2="42529" y2="21777"/>
                        <a14:foregroundMark x1="45264" y1="24854" x2="44336" y2="23584"/>
                        <a14:foregroundMark x1="43018" y1="24268" x2="43848" y2="25439"/>
                        <a14:foregroundMark x1="34277" y1="81836" x2="41992" y2="81934"/>
                        <a14:foregroundMark x1="41992" y1="81934" x2="34521" y2="82178"/>
                        <a14:foregroundMark x1="53467" y1="80029" x2="60156" y2="82813"/>
                        <a14:foregroundMark x1="60156" y1="82813" x2="58203" y2="82422"/>
                        <a14:foregroundMark x1="53564" y1="47021" x2="47461" y2="41748"/>
                        <a14:foregroundMark x1="47461" y1="41748" x2="50244" y2="44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743" t="3644" r="28393" b="14249"/>
          <a:stretch>
            <a:fillRect/>
          </a:stretch>
        </p:blipFill>
        <p:spPr>
          <a:xfrm>
            <a:off x="-3467959" y="375285"/>
            <a:ext cx="3093720" cy="5661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718006-35EB-3F60-9A02-1BC468FA5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9121" y1="47559" x2="44189" y2="38721"/>
                        <a14:foregroundMark x1="44189" y1="38721" x2="44043" y2="21289"/>
                        <a14:foregroundMark x1="44043" y1="21289" x2="56445" y2="26025"/>
                        <a14:foregroundMark x1="56445" y1="26025" x2="52100" y2="37158"/>
                        <a14:foregroundMark x1="52100" y1="37158" x2="44287" y2="30664"/>
                        <a14:foregroundMark x1="44287" y1="30664" x2="45166" y2="19141"/>
                        <a14:foregroundMark x1="45166" y1="19141" x2="46777" y2="16455"/>
                        <a14:foregroundMark x1="70459" y1="18994" x2="71777" y2="26758"/>
                        <a14:foregroundMark x1="71777" y1="26758" x2="73438" y2="24561"/>
                        <a14:foregroundMark x1="28467" y1="23438" x2="27441" y2="21436"/>
                        <a14:foregroundMark x1="32764" y1="20898" x2="27148" y2="26123"/>
                        <a14:foregroundMark x1="27148" y1="26123" x2="31201" y2="20361"/>
                        <a14:foregroundMark x1="31201" y1="20361" x2="29004" y2="20215"/>
                        <a14:foregroundMark x1="43799" y1="68896" x2="40332" y2="78760"/>
                        <a14:foregroundMark x1="40332" y1="78760" x2="47021" y2="71387"/>
                        <a14:foregroundMark x1="47021" y1="71387" x2="41113" y2="70752"/>
                        <a14:foregroundMark x1="52451" y1="78795" x2="52247" y2="79100"/>
                        <a14:foregroundMark x1="55566" y1="74121" x2="52623" y2="78537"/>
                        <a14:foregroundMark x1="53660" y1="81632" x2="57959" y2="84717"/>
                        <a14:foregroundMark x1="57959" y1="84717" x2="56201" y2="73779"/>
                        <a14:foregroundMark x1="48438" y1="36768" x2="52637" y2="26855"/>
                        <a14:foregroundMark x1="52637" y1="26855" x2="48877" y2="35156"/>
                        <a14:foregroundMark x1="48877" y1="35156" x2="44434" y2="32227"/>
                        <a14:foregroundMark x1="53125" y1="78418" x2="56006" y2="82764"/>
                        <a14:foregroundMark x1="46143" y1="11719" x2="50195" y2="11133"/>
                        <a14:foregroundMark x1="50195" y1="11133" x2="53174" y2="11914"/>
                        <a14:backgroundMark x1="52881" y1="82568" x2="52881" y2="81445"/>
                        <a14:backgroundMark x1="53223" y1="81104" x2="53125" y2="82080"/>
                        <a14:backgroundMark x1="52002" y1="81982" x2="53760" y2="81445"/>
                        <a14:backgroundMark x1="55762" y1="84082" x2="48828" y2="80713"/>
                        <a14:backgroundMark x1="48828" y1="80713" x2="56201" y2="85449"/>
                        <a14:backgroundMark x1="50879" y1="79346" x2="54102" y2="817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54" t="6924" r="21631" b="13581"/>
          <a:stretch>
            <a:fillRect/>
          </a:stretch>
        </p:blipFill>
        <p:spPr>
          <a:xfrm>
            <a:off x="2662869" y="750887"/>
            <a:ext cx="7808199" cy="106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7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609</Words>
  <Application>Microsoft Office PowerPoint</Application>
  <PresentationFormat>Widescreen</PresentationFormat>
  <Paragraphs>58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Space Grotesk</vt:lpstr>
      <vt:lpstr>Office Theme</vt:lpstr>
      <vt:lpstr>The Evolution of Handwritten Digit Recognition </vt:lpstr>
      <vt:lpstr>Why Was Handwriting Difficult for Computers?</vt:lpstr>
      <vt:lpstr>What Were the Old Solutions?</vt:lpstr>
      <vt:lpstr>PowerPoint Presentation</vt:lpstr>
      <vt:lpstr>Historical Background</vt:lpstr>
      <vt:lpstr>Historical Background</vt:lpstr>
      <vt:lpstr>Historical Background</vt:lpstr>
      <vt:lpstr>1989 — Backpropagation Applied to Handwritten Zip CodeRecognition:</vt:lpstr>
      <vt:lpstr>What Happened Between 1989 and 1998?</vt:lpstr>
      <vt:lpstr>Gradient-Based Learning Applied to Document Recognition(1998)</vt:lpstr>
      <vt:lpstr>Impact of the Two Papers</vt:lpstr>
      <vt:lpstr>Conclusion:</vt:lpstr>
      <vt:lpstr>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deer man</dc:creator>
  <cp:lastModifiedBy>deer man</cp:lastModifiedBy>
  <cp:revision>1</cp:revision>
  <dcterms:created xsi:type="dcterms:W3CDTF">2026-10-09T15:36:30Z</dcterms:created>
  <dcterms:modified xsi:type="dcterms:W3CDTF">2026-10-13T00:30:12Z</dcterms:modified>
</cp:coreProperties>
</file>